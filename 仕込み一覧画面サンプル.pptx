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76" d="100"/>
          <a:sy n="76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274AC-08D5-5152-2361-00AB4EE91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0AEB21B-4AE6-6218-04EC-E8C5FBAE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F3FACB-4790-D732-0DAD-D6C260AF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156353-BE48-A3D7-36BE-F1241A1C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26EE00-66A4-5675-2089-0E6EB554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35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4F2EC9-C2E0-6C96-BC2D-A0C1B256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6015E0-59DD-5343-0293-A4C8DAD15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8A2B79-2DE2-8666-CAAB-66CF37871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29725D-8DA0-939B-CCE2-B05A2366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20CC58-AB39-E826-A36B-5D427217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30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D7466E-FCB2-6525-8249-453D9891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E4AAE1-03C5-0E20-86B6-0C78FADF9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1214D5-1D8F-7B76-4186-F7657E86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AE4B77-7567-CF2F-E9C9-EFB32CCA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DC2B91-8DE0-3A13-13C0-3DCAF61C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79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56A7FD-53F6-DB60-FEA3-B9826253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8E3FB3-D5A1-4DA5-0063-F85CA1027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187A4C-D0E6-5325-EF53-A5677CDD1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925844-636A-9113-22C4-CCCDF02E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4FCDA8-FAEC-5294-E7AC-3C0EB977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239EB1-573C-30C0-8A7E-A6975342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17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3D90FA-9CB8-6181-AA0C-881E9359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770496-92A1-5FB9-57CA-C9E56BBBB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312CB5-771B-4DCD-334D-6A61E46D4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7635E3B-C53E-CDC5-99DC-5B02D7976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A8C14B-5CE8-4A46-7828-C91B3FF5F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2BA3710-920D-5D7B-E6C5-E5AD4F79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2387AB-D3D5-2883-2F96-F5E2F3D2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7F3D8AC-9895-7C4B-8D18-11B2B7B0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61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25E663-F342-65D8-ECF8-438D11DD7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4ECD89-D622-AF9E-4394-D90BE016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2A56A59-AA74-1245-7171-1F38907A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469625-9C9D-9CA3-6625-42230285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27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5C9CC3F-9570-DEE4-FFB4-BB316D654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05CA1D-4211-D5ED-EE0B-55F346F3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0DA53F-F1B4-EA59-8BDB-F861A1BE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46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B3A075-9717-342B-23C9-8B3083FE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EB8C1F-B009-9FB3-7106-54A2F77AF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9CA049-ACA4-B18E-B7AC-3115C3BB6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AF0930-D3A1-3A87-D09B-BA552061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D966E5-E780-98E7-A762-0C173EB7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26F2D2-A44C-3D02-4DBC-11466B8B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218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FCCCC-DF6B-1DA6-33C6-75CEAC1F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181EEF-9DB3-2C5B-40F6-5406310C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B8C5F4-F495-3C7B-1F54-3E531D552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DF3837-9A64-1A39-35FD-5EB8B3F2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EDD288-4CAF-17B6-2B49-9F1833E4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8C9CA9-FDA3-95EF-6A62-8FC93F77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82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D1B22-A36D-887B-A039-12399FFB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D32866-4DC5-E43B-6CEA-13D4C7BAD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451962-A45B-5CCD-B3CD-921B8BC8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32BB72-75FB-0575-5938-0EED4CCA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AFCA9A-66C6-7819-E57D-96A981CF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18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4BEDDB-C04C-8CCC-507B-A30FFBCF8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05D6CE-AC70-F7F8-CD40-F052A888D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B5CBA9-5993-7164-CB86-86B9A50B6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1D1FFD-1056-A198-C64A-EAFF6F8C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39CA8C-B7BC-EEC0-74DE-B530069D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7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8C7DC7C-3A0C-D72E-341C-90928025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BB1FF1-C996-EBD6-D891-42204E27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47B403-6CCC-7739-D08C-3424BE56F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42C6E-31F5-4731-875A-9AAE84C91AD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20CD1A-2335-9B0D-D7D6-0642360EE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2947C2-9043-87B4-EA39-FFA92295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0D9FF-28BA-45F9-BC97-AF76DC4C9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20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92CD4C9-6DE2-5D75-7E56-47DC62CB71F4}"/>
              </a:ext>
            </a:extLst>
          </p:cNvPr>
          <p:cNvSpPr/>
          <p:nvPr/>
        </p:nvSpPr>
        <p:spPr>
          <a:xfrm>
            <a:off x="0" y="0"/>
            <a:ext cx="369623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F6262CD0-CD42-5971-EB15-F73D7305857C}"/>
              </a:ext>
            </a:extLst>
          </p:cNvPr>
          <p:cNvGrpSpPr/>
          <p:nvPr/>
        </p:nvGrpSpPr>
        <p:grpSpPr>
          <a:xfrm>
            <a:off x="4885876" y="347846"/>
            <a:ext cx="6099624" cy="6162308"/>
            <a:chOff x="4885876" y="215899"/>
            <a:chExt cx="4729342" cy="4777944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CA2F5A8-CC1B-5989-BF7C-ED5CED2D9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5876" y="648150"/>
              <a:ext cx="4729341" cy="4345693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1B30A80-C2FF-F248-F8CA-510C0EA96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5877" y="215899"/>
              <a:ext cx="4729341" cy="432251"/>
            </a:xfrm>
            <a:prstGeom prst="rect">
              <a:avLst/>
            </a:prstGeom>
          </p:spPr>
        </p:pic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9B96FB87-ABE1-5866-92AB-DD596397990C}"/>
              </a:ext>
            </a:extLst>
          </p:cNvPr>
          <p:cNvGrpSpPr/>
          <p:nvPr/>
        </p:nvGrpSpPr>
        <p:grpSpPr>
          <a:xfrm>
            <a:off x="631514" y="347846"/>
            <a:ext cx="2555157" cy="1026815"/>
            <a:chOff x="697180" y="5330957"/>
            <a:chExt cx="2555157" cy="1026815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84BEE825-1A67-0353-4BF2-27E21C28631D}"/>
                </a:ext>
              </a:extLst>
            </p:cNvPr>
            <p:cNvGrpSpPr/>
            <p:nvPr/>
          </p:nvGrpSpPr>
          <p:grpSpPr>
            <a:xfrm>
              <a:off x="697180" y="5330957"/>
              <a:ext cx="2555157" cy="1026815"/>
              <a:chOff x="660400" y="432024"/>
              <a:chExt cx="2555157" cy="1026815"/>
            </a:xfrm>
          </p:grpSpPr>
          <p:sp>
            <p:nvSpPr>
              <p:cNvPr id="44" name="四角形: 角を丸くする 43">
                <a:extLst>
                  <a:ext uri="{FF2B5EF4-FFF2-40B4-BE49-F238E27FC236}">
                    <a16:creationId xmlns:a16="http://schemas.microsoft.com/office/drawing/2014/main" id="{917E199A-0121-8589-0451-8467C05DD73B}"/>
                  </a:ext>
                </a:extLst>
              </p:cNvPr>
              <p:cNvSpPr/>
              <p:nvPr/>
            </p:nvSpPr>
            <p:spPr>
              <a:xfrm>
                <a:off x="660400" y="432024"/>
                <a:ext cx="2555157" cy="955893"/>
              </a:xfrm>
              <a:prstGeom prst="round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EB0F8A14-0EB5-573A-45B5-ECC90E630A19}"/>
                  </a:ext>
                </a:extLst>
              </p:cNvPr>
              <p:cNvSpPr txBox="1"/>
              <p:nvPr/>
            </p:nvSpPr>
            <p:spPr>
              <a:xfrm>
                <a:off x="804319" y="459320"/>
                <a:ext cx="166103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b="1" dirty="0">
                    <a:solidFill>
                      <a:schemeClr val="bg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D00</a:t>
                </a:r>
                <a:r>
                  <a:rPr kumimoji="1" lang="ja-JP" altLang="en-US" sz="1600" b="1" dirty="0">
                    <a:solidFill>
                      <a:schemeClr val="bg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１</a:t>
                </a:r>
                <a:r>
                  <a:rPr kumimoji="1" lang="en-US" altLang="ja-JP" sz="1600" b="1" dirty="0">
                    <a:solidFill>
                      <a:schemeClr val="bg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 </a:t>
                </a:r>
                <a:r>
                  <a:rPr kumimoji="1" lang="ja-JP" altLang="en-US" sz="1600" b="1" dirty="0">
                    <a:solidFill>
                      <a:schemeClr val="bg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バゲット</a:t>
                </a:r>
              </a:p>
            </p:txBody>
          </p:sp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345E0ADD-239A-D666-5717-B33898019AC1}"/>
                  </a:ext>
                </a:extLst>
              </p:cNvPr>
              <p:cNvSpPr txBox="1"/>
              <p:nvPr/>
            </p:nvSpPr>
            <p:spPr>
              <a:xfrm>
                <a:off x="1604419" y="900915"/>
                <a:ext cx="10935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chemeClr val="bg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５０</a:t>
                </a:r>
                <a:r>
                  <a:rPr lang="en-US" altLang="ja-JP" sz="2400" b="1" dirty="0">
                    <a:solidFill>
                      <a:schemeClr val="bg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Kg</a:t>
                </a:r>
                <a:endParaRPr kumimoji="1" lang="ja-JP" altLang="en-US" sz="2400" b="1" dirty="0">
                  <a:solidFill>
                    <a:schemeClr val="bg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28491F5D-0AB5-0CA2-8F87-892240345F47}"/>
                  </a:ext>
                </a:extLst>
              </p:cNvPr>
              <p:cNvSpPr txBox="1"/>
              <p:nvPr/>
            </p:nvSpPr>
            <p:spPr>
              <a:xfrm>
                <a:off x="2661658" y="812508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bg1"/>
                    </a:solidFill>
                  </a:rPr>
                  <a:t>▲</a:t>
                </a:r>
                <a:endParaRPr kumimoji="1" lang="en-US" altLang="ja-JP" dirty="0">
                  <a:solidFill>
                    <a:schemeClr val="bg1"/>
                  </a:solidFill>
                </a:endParaRPr>
              </a:p>
              <a:p>
                <a:r>
                  <a:rPr lang="ja-JP" altLang="en-US" dirty="0">
                    <a:solidFill>
                      <a:schemeClr val="bg1"/>
                    </a:solidFill>
                  </a:rPr>
                  <a:t>▼</a:t>
                </a:r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FDF2DD59-D0EC-2E0F-13DD-DFFC2645703B}"/>
                </a:ext>
              </a:extLst>
            </p:cNvPr>
            <p:cNvSpPr txBox="1"/>
            <p:nvPr/>
          </p:nvSpPr>
          <p:spPr>
            <a:xfrm>
              <a:off x="820646" y="584601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bg1"/>
                  </a:solidFill>
                </a:rPr>
                <a:t>①回目</a:t>
              </a:r>
            </a:p>
          </p:txBody>
        </p:sp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3E40D3EC-D4D9-8FD0-42E4-52F2C519733D}"/>
              </a:ext>
            </a:extLst>
          </p:cNvPr>
          <p:cNvGrpSpPr/>
          <p:nvPr/>
        </p:nvGrpSpPr>
        <p:grpSpPr>
          <a:xfrm>
            <a:off x="631514" y="1644681"/>
            <a:ext cx="2555157" cy="955893"/>
            <a:chOff x="697180" y="5330957"/>
            <a:chExt cx="2555157" cy="955893"/>
          </a:xfrm>
        </p:grpSpPr>
        <p:grpSp>
          <p:nvGrpSpPr>
            <p:cNvPr id="72" name="グループ化 71">
              <a:extLst>
                <a:ext uri="{FF2B5EF4-FFF2-40B4-BE49-F238E27FC236}">
                  <a16:creationId xmlns:a16="http://schemas.microsoft.com/office/drawing/2014/main" id="{39E31868-3F90-AFA4-CAFA-DC28F7694BA3}"/>
                </a:ext>
              </a:extLst>
            </p:cNvPr>
            <p:cNvGrpSpPr/>
            <p:nvPr/>
          </p:nvGrpSpPr>
          <p:grpSpPr>
            <a:xfrm>
              <a:off x="697180" y="5330957"/>
              <a:ext cx="2555157" cy="955893"/>
              <a:chOff x="660400" y="432024"/>
              <a:chExt cx="2555157" cy="955893"/>
            </a:xfrm>
          </p:grpSpPr>
          <p:sp>
            <p:nvSpPr>
              <p:cNvPr id="74" name="四角形: 角を丸くする 73">
                <a:extLst>
                  <a:ext uri="{FF2B5EF4-FFF2-40B4-BE49-F238E27FC236}">
                    <a16:creationId xmlns:a16="http://schemas.microsoft.com/office/drawing/2014/main" id="{4AE8EA36-26F3-3FB4-A863-CD76CD54BC22}"/>
                  </a:ext>
                </a:extLst>
              </p:cNvPr>
              <p:cNvSpPr/>
              <p:nvPr/>
            </p:nvSpPr>
            <p:spPr>
              <a:xfrm>
                <a:off x="660400" y="432024"/>
                <a:ext cx="2555157" cy="95589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1E9CEBE9-E02D-6827-30E8-4F9C06AC8A99}"/>
                  </a:ext>
                </a:extLst>
              </p:cNvPr>
              <p:cNvSpPr txBox="1"/>
              <p:nvPr/>
            </p:nvSpPr>
            <p:spPr>
              <a:xfrm>
                <a:off x="804319" y="459320"/>
                <a:ext cx="166103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D00</a:t>
                </a:r>
                <a:r>
                  <a:rPr kumimoji="1" lang="ja-JP" altLang="en-US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１</a:t>
                </a:r>
                <a:r>
                  <a:rPr kumimoji="1" lang="en-US" altLang="ja-JP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 </a:t>
                </a:r>
                <a:r>
                  <a:rPr kumimoji="1" lang="ja-JP" altLang="en-US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バゲット</a:t>
                </a:r>
              </a:p>
            </p:txBody>
          </p:sp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C0781D6-1061-6FC6-CEA1-194C373B0FCD}"/>
                  </a:ext>
                </a:extLst>
              </p:cNvPr>
              <p:cNvSpPr txBox="1"/>
              <p:nvPr/>
            </p:nvSpPr>
            <p:spPr>
              <a:xfrm>
                <a:off x="1604419" y="900915"/>
                <a:ext cx="10935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２４</a:t>
                </a:r>
                <a:r>
                  <a:rPr lang="en-US" altLang="ja-JP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Kg</a:t>
                </a:r>
                <a:endPara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F45289C0-1277-8F50-4496-F649E4610343}"/>
                  </a:ext>
                </a:extLst>
              </p:cNvPr>
              <p:cNvSpPr txBox="1"/>
              <p:nvPr/>
            </p:nvSpPr>
            <p:spPr>
              <a:xfrm>
                <a:off x="2661658" y="812508"/>
                <a:ext cx="360498" cy="560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▲</a:t>
                </a:r>
                <a:endParaRPr kumimoji="1" lang="en-US" altLang="ja-JP" dirty="0"/>
              </a:p>
              <a:p>
                <a:r>
                  <a:rPr lang="ja-JP" altLang="en-US" dirty="0"/>
                  <a:t>▼</a:t>
                </a:r>
                <a:endParaRPr kumimoji="1" lang="ja-JP" altLang="en-US" dirty="0"/>
              </a:p>
            </p:txBody>
          </p:sp>
        </p:grp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FB4E11EA-C30B-9EF0-0824-99A613373A38}"/>
                </a:ext>
              </a:extLst>
            </p:cNvPr>
            <p:cNvSpPr txBox="1"/>
            <p:nvPr/>
          </p:nvSpPr>
          <p:spPr>
            <a:xfrm>
              <a:off x="820646" y="584601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②回目</a:t>
              </a:r>
            </a:p>
          </p:txBody>
        </p: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D1BA0EF8-22DB-3984-6F0F-023C60A86DB9}"/>
              </a:ext>
            </a:extLst>
          </p:cNvPr>
          <p:cNvGrpSpPr/>
          <p:nvPr/>
        </p:nvGrpSpPr>
        <p:grpSpPr>
          <a:xfrm>
            <a:off x="631514" y="2941516"/>
            <a:ext cx="2555157" cy="955893"/>
            <a:chOff x="697180" y="5330957"/>
            <a:chExt cx="2555157" cy="955893"/>
          </a:xfrm>
        </p:grpSpPr>
        <p:grpSp>
          <p:nvGrpSpPr>
            <p:cNvPr id="79" name="グループ化 78">
              <a:extLst>
                <a:ext uri="{FF2B5EF4-FFF2-40B4-BE49-F238E27FC236}">
                  <a16:creationId xmlns:a16="http://schemas.microsoft.com/office/drawing/2014/main" id="{187E7B51-AC86-1FF4-26F5-6D01732E0150}"/>
                </a:ext>
              </a:extLst>
            </p:cNvPr>
            <p:cNvGrpSpPr/>
            <p:nvPr/>
          </p:nvGrpSpPr>
          <p:grpSpPr>
            <a:xfrm>
              <a:off x="697180" y="5330957"/>
              <a:ext cx="2555157" cy="955893"/>
              <a:chOff x="660400" y="432024"/>
              <a:chExt cx="2555157" cy="955893"/>
            </a:xfrm>
          </p:grpSpPr>
          <p:sp>
            <p:nvSpPr>
              <p:cNvPr id="81" name="四角形: 角を丸くする 80">
                <a:extLst>
                  <a:ext uri="{FF2B5EF4-FFF2-40B4-BE49-F238E27FC236}">
                    <a16:creationId xmlns:a16="http://schemas.microsoft.com/office/drawing/2014/main" id="{0A43700E-F21C-F56B-85F9-98B81DA2C109}"/>
                  </a:ext>
                </a:extLst>
              </p:cNvPr>
              <p:cNvSpPr/>
              <p:nvPr/>
            </p:nvSpPr>
            <p:spPr>
              <a:xfrm>
                <a:off x="660400" y="432024"/>
                <a:ext cx="2555157" cy="95589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80352E9C-43BE-E418-56C0-4986C95C870B}"/>
                  </a:ext>
                </a:extLst>
              </p:cNvPr>
              <p:cNvSpPr txBox="1"/>
              <p:nvPr/>
            </p:nvSpPr>
            <p:spPr>
              <a:xfrm>
                <a:off x="804319" y="459320"/>
                <a:ext cx="17540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D00</a:t>
                </a:r>
                <a:r>
                  <a:rPr kumimoji="1" lang="ja-JP" altLang="en-US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２　チャバタ</a:t>
                </a:r>
              </a:p>
            </p:txBody>
          </p: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83FCAE8E-4FFA-7E21-6C32-D7767D31618D}"/>
                  </a:ext>
                </a:extLst>
              </p:cNvPr>
              <p:cNvSpPr txBox="1"/>
              <p:nvPr/>
            </p:nvSpPr>
            <p:spPr>
              <a:xfrm>
                <a:off x="1604419" y="900915"/>
                <a:ext cx="10935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５０</a:t>
                </a:r>
                <a:r>
                  <a:rPr lang="en-US" altLang="ja-JP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Kg</a:t>
                </a:r>
                <a:endPara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D8400CCC-B774-3CF0-2CAA-2D137625EE3A}"/>
                  </a:ext>
                </a:extLst>
              </p:cNvPr>
              <p:cNvSpPr txBox="1"/>
              <p:nvPr/>
            </p:nvSpPr>
            <p:spPr>
              <a:xfrm>
                <a:off x="2661658" y="812508"/>
                <a:ext cx="360498" cy="560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▲</a:t>
                </a:r>
                <a:endParaRPr kumimoji="1" lang="en-US" altLang="ja-JP" dirty="0"/>
              </a:p>
              <a:p>
                <a:r>
                  <a:rPr lang="ja-JP" altLang="en-US" dirty="0"/>
                  <a:t>▼</a:t>
                </a:r>
                <a:endParaRPr kumimoji="1" lang="ja-JP" altLang="en-US" dirty="0"/>
              </a:p>
            </p:txBody>
          </p:sp>
        </p:grp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5107F77B-DC31-3190-2CE5-0A5BD313DAEB}"/>
                </a:ext>
              </a:extLst>
            </p:cNvPr>
            <p:cNvSpPr txBox="1"/>
            <p:nvPr/>
          </p:nvSpPr>
          <p:spPr>
            <a:xfrm>
              <a:off x="820646" y="584601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①回目</a:t>
              </a: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8EBE4924-FC3C-9882-B551-56D5EA965786}"/>
              </a:ext>
            </a:extLst>
          </p:cNvPr>
          <p:cNvGrpSpPr/>
          <p:nvPr/>
        </p:nvGrpSpPr>
        <p:grpSpPr>
          <a:xfrm>
            <a:off x="631514" y="4238351"/>
            <a:ext cx="2555157" cy="955893"/>
            <a:chOff x="697180" y="5330957"/>
            <a:chExt cx="2555157" cy="955893"/>
          </a:xfrm>
        </p:grpSpPr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4B70E6CC-0586-3FA8-15CC-E5B5BC8916F0}"/>
                </a:ext>
              </a:extLst>
            </p:cNvPr>
            <p:cNvGrpSpPr/>
            <p:nvPr/>
          </p:nvGrpSpPr>
          <p:grpSpPr>
            <a:xfrm>
              <a:off x="697180" y="5330957"/>
              <a:ext cx="2555157" cy="955893"/>
              <a:chOff x="660400" y="432024"/>
              <a:chExt cx="2555157" cy="955893"/>
            </a:xfrm>
          </p:grpSpPr>
          <p:sp>
            <p:nvSpPr>
              <p:cNvPr id="88" name="四角形: 角を丸くする 87">
                <a:extLst>
                  <a:ext uri="{FF2B5EF4-FFF2-40B4-BE49-F238E27FC236}">
                    <a16:creationId xmlns:a16="http://schemas.microsoft.com/office/drawing/2014/main" id="{DB2EEFBD-C2A1-8696-492D-FF001BCA8711}"/>
                  </a:ext>
                </a:extLst>
              </p:cNvPr>
              <p:cNvSpPr/>
              <p:nvPr/>
            </p:nvSpPr>
            <p:spPr>
              <a:xfrm>
                <a:off x="660400" y="432024"/>
                <a:ext cx="2555157" cy="95589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テキスト ボックス 88">
                <a:extLst>
                  <a:ext uri="{FF2B5EF4-FFF2-40B4-BE49-F238E27FC236}">
                    <a16:creationId xmlns:a16="http://schemas.microsoft.com/office/drawing/2014/main" id="{24EAD9D8-436F-004A-9FBD-1B40815D57B6}"/>
                  </a:ext>
                </a:extLst>
              </p:cNvPr>
              <p:cNvSpPr txBox="1"/>
              <p:nvPr/>
            </p:nvSpPr>
            <p:spPr>
              <a:xfrm>
                <a:off x="804319" y="459320"/>
                <a:ext cx="16866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D00</a:t>
                </a:r>
                <a:r>
                  <a:rPr kumimoji="1" lang="ja-JP" altLang="en-US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２</a:t>
                </a:r>
                <a:r>
                  <a:rPr kumimoji="1" lang="en-US" altLang="ja-JP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 </a:t>
                </a:r>
                <a:r>
                  <a:rPr kumimoji="1" lang="ja-JP" altLang="en-US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チャバタ</a:t>
                </a:r>
              </a:p>
            </p:txBody>
          </p:sp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5A5BE6D2-ACC8-2609-EDC7-FAFBB9A5D2F0}"/>
                  </a:ext>
                </a:extLst>
              </p:cNvPr>
              <p:cNvSpPr txBox="1"/>
              <p:nvPr/>
            </p:nvSpPr>
            <p:spPr>
              <a:xfrm>
                <a:off x="1604419" y="900915"/>
                <a:ext cx="10935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２２</a:t>
                </a:r>
                <a:r>
                  <a:rPr lang="en-US" altLang="ja-JP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Kg</a:t>
                </a:r>
                <a:endPara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687F106F-3B46-0CFC-C4B8-38479F44A4D6}"/>
                  </a:ext>
                </a:extLst>
              </p:cNvPr>
              <p:cNvSpPr txBox="1"/>
              <p:nvPr/>
            </p:nvSpPr>
            <p:spPr>
              <a:xfrm>
                <a:off x="2661658" y="812508"/>
                <a:ext cx="360498" cy="560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▲</a:t>
                </a:r>
                <a:endParaRPr kumimoji="1" lang="en-US" altLang="ja-JP" dirty="0"/>
              </a:p>
              <a:p>
                <a:r>
                  <a:rPr lang="ja-JP" altLang="en-US" dirty="0"/>
                  <a:t>▼</a:t>
                </a:r>
                <a:endParaRPr kumimoji="1" lang="ja-JP" altLang="en-US" dirty="0"/>
              </a:p>
            </p:txBody>
          </p:sp>
        </p:grp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7115F161-122F-4640-432A-A72BA34F58DD}"/>
                </a:ext>
              </a:extLst>
            </p:cNvPr>
            <p:cNvSpPr txBox="1"/>
            <p:nvPr/>
          </p:nvSpPr>
          <p:spPr>
            <a:xfrm>
              <a:off x="820646" y="584601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②回目</a:t>
              </a:r>
            </a:p>
          </p:txBody>
        </p:sp>
      </p:grp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E9CA58E2-9327-E161-69B2-255E07146F4F}"/>
              </a:ext>
            </a:extLst>
          </p:cNvPr>
          <p:cNvGrpSpPr/>
          <p:nvPr/>
        </p:nvGrpSpPr>
        <p:grpSpPr>
          <a:xfrm>
            <a:off x="631514" y="5535188"/>
            <a:ext cx="2555157" cy="955893"/>
            <a:chOff x="697180" y="5330957"/>
            <a:chExt cx="2555157" cy="955893"/>
          </a:xfrm>
        </p:grpSpPr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2176BEB4-93DD-3CE4-9DDB-DC6DC716C0F5}"/>
                </a:ext>
              </a:extLst>
            </p:cNvPr>
            <p:cNvGrpSpPr/>
            <p:nvPr/>
          </p:nvGrpSpPr>
          <p:grpSpPr>
            <a:xfrm>
              <a:off x="697180" y="5330957"/>
              <a:ext cx="2555157" cy="955893"/>
              <a:chOff x="660400" y="432024"/>
              <a:chExt cx="2555157" cy="955893"/>
            </a:xfrm>
          </p:grpSpPr>
          <p:sp>
            <p:nvSpPr>
              <p:cNvPr id="95" name="四角形: 角を丸くする 94">
                <a:extLst>
                  <a:ext uri="{FF2B5EF4-FFF2-40B4-BE49-F238E27FC236}">
                    <a16:creationId xmlns:a16="http://schemas.microsoft.com/office/drawing/2014/main" id="{7E9FE720-647F-CDB7-B3E7-0D3CAFB053D4}"/>
                  </a:ext>
                </a:extLst>
              </p:cNvPr>
              <p:cNvSpPr/>
              <p:nvPr/>
            </p:nvSpPr>
            <p:spPr>
              <a:xfrm>
                <a:off x="660400" y="432024"/>
                <a:ext cx="2555157" cy="955893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B9E66EE1-5F8C-3716-19D1-25E8629E73C6}"/>
                  </a:ext>
                </a:extLst>
              </p:cNvPr>
              <p:cNvSpPr txBox="1"/>
              <p:nvPr/>
            </p:nvSpPr>
            <p:spPr>
              <a:xfrm>
                <a:off x="804319" y="459320"/>
                <a:ext cx="24112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D00</a:t>
                </a:r>
                <a:r>
                  <a:rPr kumimoji="1" lang="ja-JP" altLang="en-US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３</a:t>
                </a:r>
                <a:r>
                  <a:rPr kumimoji="1" lang="en-US" altLang="ja-JP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 </a:t>
                </a:r>
                <a:r>
                  <a:rPr kumimoji="1" lang="ja-JP" altLang="en-US" sz="16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アングレディオン</a:t>
                </a: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28D47728-ED90-E241-2111-F0E1A8F2002C}"/>
                  </a:ext>
                </a:extLst>
              </p:cNvPr>
              <p:cNvSpPr txBox="1"/>
              <p:nvPr/>
            </p:nvSpPr>
            <p:spPr>
              <a:xfrm>
                <a:off x="1604419" y="900915"/>
                <a:ext cx="10534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１８</a:t>
                </a:r>
                <a:r>
                  <a:rPr lang="en-US" altLang="ja-JP" sz="24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Kg</a:t>
                </a:r>
                <a:endPara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EB88ADBA-15D1-CE1F-B077-ADE9CCC4A542}"/>
                  </a:ext>
                </a:extLst>
              </p:cNvPr>
              <p:cNvSpPr txBox="1"/>
              <p:nvPr/>
            </p:nvSpPr>
            <p:spPr>
              <a:xfrm>
                <a:off x="2661658" y="812508"/>
                <a:ext cx="360498" cy="560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▲</a:t>
                </a:r>
                <a:endParaRPr kumimoji="1" lang="en-US" altLang="ja-JP" dirty="0"/>
              </a:p>
              <a:p>
                <a:r>
                  <a:rPr lang="ja-JP" altLang="en-US" dirty="0"/>
                  <a:t>▼</a:t>
                </a:r>
                <a:endParaRPr kumimoji="1" lang="ja-JP" altLang="en-US" dirty="0"/>
              </a:p>
            </p:txBody>
          </p:sp>
        </p:grp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9C0D0B90-2AD1-8354-3A90-710986670ABF}"/>
                </a:ext>
              </a:extLst>
            </p:cNvPr>
            <p:cNvSpPr txBox="1"/>
            <p:nvPr/>
          </p:nvSpPr>
          <p:spPr>
            <a:xfrm>
              <a:off x="820646" y="584601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①回目</a:t>
              </a:r>
            </a:p>
          </p:txBody>
        </p:sp>
      </p:grp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1991E8F8-DE5F-B9F3-D77A-F606FF4B91DB}"/>
              </a:ext>
            </a:extLst>
          </p:cNvPr>
          <p:cNvSpPr/>
          <p:nvPr/>
        </p:nvSpPr>
        <p:spPr>
          <a:xfrm>
            <a:off x="4885876" y="347846"/>
            <a:ext cx="6099623" cy="616230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550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</Words>
  <Application>Microsoft Office PowerPoint</Application>
  <PresentationFormat>ワイド画面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Hiroshi KIMURA</dc:creator>
  <cp:lastModifiedBy>Hiroshi KIMURA</cp:lastModifiedBy>
  <cp:revision>1</cp:revision>
  <dcterms:created xsi:type="dcterms:W3CDTF">2026-03-17T05:51:42Z</dcterms:created>
  <dcterms:modified xsi:type="dcterms:W3CDTF">2026-03-17T06:10:31Z</dcterms:modified>
</cp:coreProperties>
</file>