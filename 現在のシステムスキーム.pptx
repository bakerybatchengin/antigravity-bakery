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</p:sldIdLst>
  <p:sldSz cx="6858000" cy="9906000" type="A4"/>
  <p:notesSz cx="9866313" cy="142954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>
      <p:cViewPr varScale="1">
        <p:scale>
          <a:sx n="70" d="100"/>
          <a:sy n="70" d="100"/>
        </p:scale>
        <p:origin x="33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748F-5F2D-4CED-A9F2-3066C112B4E5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E277-4093-43CB-89D6-7C9602B57B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3610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748F-5F2D-4CED-A9F2-3066C112B4E5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E277-4093-43CB-89D6-7C9602B57B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022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748F-5F2D-4CED-A9F2-3066C112B4E5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E277-4093-43CB-89D6-7C9602B57B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9256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748F-5F2D-4CED-A9F2-3066C112B4E5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E277-4093-43CB-89D6-7C9602B57B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6967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748F-5F2D-4CED-A9F2-3066C112B4E5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E277-4093-43CB-89D6-7C9602B57B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3464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748F-5F2D-4CED-A9F2-3066C112B4E5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E277-4093-43CB-89D6-7C9602B57B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013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748F-5F2D-4CED-A9F2-3066C112B4E5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E277-4093-43CB-89D6-7C9602B57B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7570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748F-5F2D-4CED-A9F2-3066C112B4E5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E277-4093-43CB-89D6-7C9602B57B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4962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748F-5F2D-4CED-A9F2-3066C112B4E5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E277-4093-43CB-89D6-7C9602B57B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2401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748F-5F2D-4CED-A9F2-3066C112B4E5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E277-4093-43CB-89D6-7C9602B57B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4947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748F-5F2D-4CED-A9F2-3066C112B4E5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0E277-4093-43CB-89D6-7C9602B57B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5985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86748F-5F2D-4CED-A9F2-3066C112B4E5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D0E277-4093-43CB-89D6-7C9602B57B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7933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5B3413B-2F16-AA37-68F1-4C73ED3BBC90}"/>
              </a:ext>
            </a:extLst>
          </p:cNvPr>
          <p:cNvSpPr txBox="1"/>
          <p:nvPr/>
        </p:nvSpPr>
        <p:spPr>
          <a:xfrm>
            <a:off x="358254" y="507622"/>
            <a:ext cx="6141492" cy="8025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ja-JP" altLang="ja-JP" sz="1600" b="1" i="0" dirty="0">
                <a:effectLst/>
                <a:latin typeface="-apple-system"/>
              </a:rPr>
              <a:t>Bakery Batch Engine - システム環境と開発フロー</a:t>
            </a:r>
          </a:p>
          <a:p>
            <a:pPr algn="l">
              <a:spcBef>
                <a:spcPts val="1875"/>
              </a:spcBef>
              <a:spcAft>
                <a:spcPts val="1200"/>
              </a:spcAft>
              <a:buNone/>
            </a:pPr>
            <a:endParaRPr lang="en-US" altLang="ja-JP" sz="1100" b="0" i="0" dirty="0">
              <a:effectLst/>
              <a:latin typeface="-apple-system"/>
            </a:endParaRPr>
          </a:p>
          <a:p>
            <a:pPr algn="l">
              <a:spcBef>
                <a:spcPts val="1875"/>
              </a:spcBef>
              <a:spcAft>
                <a:spcPts val="1200"/>
              </a:spcAft>
              <a:buNone/>
            </a:pPr>
            <a:endParaRPr lang="en-US" altLang="ja-JP" sz="1100">
              <a:latin typeface="-apple-system"/>
            </a:endParaRPr>
          </a:p>
          <a:p>
            <a:pPr algn="l">
              <a:spcBef>
                <a:spcPts val="1875"/>
              </a:spcBef>
              <a:spcAft>
                <a:spcPts val="1200"/>
              </a:spcAft>
              <a:buNone/>
            </a:pPr>
            <a:r>
              <a:rPr lang="ja-JP" altLang="ja-JP" sz="1100" b="0" i="0">
                <a:effectLst/>
                <a:latin typeface="-apple-system"/>
              </a:rPr>
              <a:t>現在</a:t>
            </a:r>
            <a:r>
              <a:rPr lang="ja-JP" altLang="ja-JP" sz="1100" b="0" i="0" dirty="0">
                <a:effectLst/>
                <a:latin typeface="-apple-system"/>
              </a:rPr>
              <a:t>の開発環境・本番環境、そして各種ツールがどのように連携しているかの全体像を整理しました。</a:t>
            </a:r>
          </a:p>
          <a:p>
            <a:pPr algn="l">
              <a:spcBef>
                <a:spcPts val="2625"/>
              </a:spcBef>
              <a:spcAft>
                <a:spcPts val="750"/>
              </a:spcAft>
              <a:buNone/>
            </a:pPr>
            <a:r>
              <a:rPr lang="ja-JP" altLang="ja-JP" sz="1100" b="1" i="0" dirty="0">
                <a:effectLst/>
                <a:latin typeface="-apple-system"/>
              </a:rPr>
              <a:t>1. 開発とデプロイのワークフロー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-JP" altLang="ja-JP" sz="1100" b="0" i="0" dirty="0">
                <a:effectLst/>
                <a:latin typeface="-apple-system"/>
              </a:rPr>
              <a:t>お客様のご認識の通りで </a:t>
            </a:r>
            <a:r>
              <a:rPr lang="ja-JP" altLang="ja-JP" sz="1100" b="1" i="0" dirty="0">
                <a:effectLst/>
                <a:latin typeface="-apple-system"/>
              </a:rPr>
              <a:t>完全に正解</a:t>
            </a:r>
            <a:r>
              <a:rPr lang="ja-JP" altLang="ja-JP" sz="1100" b="0" i="0" dirty="0">
                <a:effectLst/>
                <a:latin typeface="-apple-system"/>
              </a:rPr>
              <a:t> です！</a:t>
            </a:r>
            <a:br>
              <a:rPr lang="ja-JP" altLang="ja-JP" sz="1100" b="0" i="0" dirty="0">
                <a:effectLst/>
                <a:latin typeface="-apple-system"/>
              </a:rPr>
            </a:br>
            <a:r>
              <a:rPr lang="ja-JP" altLang="ja-JP" sz="1100" b="0" i="0" dirty="0">
                <a:effectLst/>
                <a:latin typeface="-apple-system"/>
              </a:rPr>
              <a:t>現在の状態と今後の進め方は以下のようになります。</a:t>
            </a:r>
          </a:p>
          <a:p>
            <a:pPr algn="l">
              <a:spcAft>
                <a:spcPts val="750"/>
              </a:spcAft>
              <a:buNone/>
            </a:pPr>
            <a:r>
              <a:rPr lang="ja-JP" altLang="ja-JP" sz="1100" b="1" i="0" dirty="0">
                <a:effectLst/>
                <a:latin typeface="-apple-system"/>
              </a:rPr>
              <a:t>Tip</a:t>
            </a:r>
          </a:p>
          <a:p>
            <a:pPr algn="l">
              <a:spcAft>
                <a:spcPts val="1200"/>
              </a:spcAft>
              <a:buNone/>
            </a:pPr>
            <a:r>
              <a:rPr lang="ja-JP" altLang="ja-JP" sz="1100" b="1" i="0" dirty="0">
                <a:effectLst/>
                <a:latin typeface="-apple-system"/>
              </a:rPr>
              <a:t>現在の状態</a:t>
            </a:r>
            <a:br>
              <a:rPr lang="ja-JP" altLang="ja-JP" sz="1100" b="0" i="0" dirty="0">
                <a:effectLst/>
                <a:latin typeface="-apple-system"/>
              </a:rPr>
            </a:br>
            <a:r>
              <a:rPr lang="ja-JP" altLang="ja-JP" sz="1100" b="0" i="0" dirty="0">
                <a:effectLst/>
                <a:latin typeface="-apple-system"/>
              </a:rPr>
              <a:t>前回最後に本番環境（Vercel/Supabase）へのデプロイを行いましたので、</a:t>
            </a:r>
            <a:r>
              <a:rPr lang="ja-JP" altLang="ja-JP" sz="1100" b="1" i="0" dirty="0">
                <a:effectLst/>
                <a:latin typeface="-apple-system"/>
              </a:rPr>
              <a:t>現在ローカルPC上のアプリと、本番環境のアプリおよびデータベースの構造は一致している状態</a:t>
            </a:r>
            <a:r>
              <a:rPr lang="ja-JP" altLang="ja-JP" sz="1100" b="0" i="0" dirty="0">
                <a:effectLst/>
                <a:latin typeface="-apple-system"/>
              </a:rPr>
              <a:t>です。</a:t>
            </a:r>
          </a:p>
          <a:p>
            <a:pPr algn="l">
              <a:spcAft>
                <a:spcPts val="750"/>
              </a:spcAft>
              <a:buNone/>
            </a:pPr>
            <a:r>
              <a:rPr lang="ja-JP" altLang="ja-JP" sz="1100" b="1" i="0" dirty="0">
                <a:effectLst/>
                <a:latin typeface="-apple-system"/>
              </a:rPr>
              <a:t>Important</a:t>
            </a:r>
          </a:p>
          <a:p>
            <a:pPr algn="l">
              <a:spcAft>
                <a:spcPts val="750"/>
              </a:spcAft>
              <a:buNone/>
            </a:pPr>
            <a:r>
              <a:rPr lang="ja-JP" altLang="ja-JP" sz="1100" b="1" i="0" dirty="0">
                <a:effectLst/>
                <a:latin typeface="-apple-system"/>
              </a:rPr>
              <a:t>今後の開発フロー</a:t>
            </a:r>
            <a:endParaRPr lang="ja-JP" altLang="ja-JP" sz="1100" b="0" i="0" dirty="0">
              <a:effectLst/>
              <a:latin typeface="-apple-system"/>
            </a:endParaRPr>
          </a:p>
          <a:p>
            <a:pPr algn="l">
              <a:spcAft>
                <a:spcPts val="1200"/>
              </a:spcAft>
              <a:buFont typeface="+mj-lt"/>
              <a:buAutoNum type="arabicPeriod"/>
            </a:pPr>
            <a:r>
              <a:rPr lang="ja-JP" altLang="ja-JP" sz="1100" b="1" i="0" dirty="0">
                <a:effectLst/>
                <a:latin typeface="-apple-system"/>
              </a:rPr>
              <a:t>Local開発環境</a:t>
            </a:r>
            <a:r>
              <a:rPr lang="ja-JP" altLang="ja-JP" sz="1100" b="0" i="0" dirty="0">
                <a:effectLst/>
                <a:latin typeface="-apple-system"/>
              </a:rPr>
              <a:t> で Antigravity（私）と一緒にコードを書き換え、新機能や改善を実装します。</a:t>
            </a:r>
          </a:p>
          <a:p>
            <a:pPr algn="l">
              <a:spcAft>
                <a:spcPts val="1200"/>
              </a:spcAft>
              <a:buFont typeface="+mj-lt"/>
              <a:buAutoNum type="arabicPeriod"/>
            </a:pPr>
            <a:r>
              <a:rPr lang="ja-JP" altLang="ja-JP" sz="1100" b="0" i="0" dirty="0">
                <a:effectLst/>
                <a:latin typeface="-apple-system"/>
              </a:rPr>
              <a:t>ローカルの開発用データベース（Supabase開発環境）で動作テストを行います。</a:t>
            </a:r>
          </a:p>
          <a:p>
            <a:pPr algn="l">
              <a:spcAft>
                <a:spcPts val="1200"/>
              </a:spcAft>
              <a:buFont typeface="+mj-lt"/>
              <a:buAutoNum type="arabicPeriod"/>
            </a:pPr>
            <a:r>
              <a:rPr lang="ja-JP" altLang="ja-JP" sz="1100" b="0" i="0" dirty="0">
                <a:effectLst/>
                <a:latin typeface="-apple-system"/>
              </a:rPr>
              <a:t>テストが完了し、問題がないことを確認できたら、お客様の指示で </a:t>
            </a:r>
            <a:r>
              <a:rPr lang="ja-JP" altLang="ja-JP" sz="1100" b="1" i="0" dirty="0">
                <a:effectLst/>
                <a:latin typeface="-apple-system"/>
              </a:rPr>
              <a:t>GitHub へ PUSH</a:t>
            </a:r>
            <a:r>
              <a:rPr lang="ja-JP" altLang="ja-JP" sz="1100" b="0" i="0" dirty="0">
                <a:effectLst/>
                <a:latin typeface="-apple-system"/>
              </a:rPr>
              <a:t> します。</a:t>
            </a:r>
          </a:p>
          <a:p>
            <a:pPr algn="l">
              <a:spcAft>
                <a:spcPts val="1200"/>
              </a:spcAft>
              <a:buFont typeface="+mj-lt"/>
              <a:buAutoNum type="arabicPeriod"/>
            </a:pPr>
            <a:r>
              <a:rPr lang="ja-JP" altLang="ja-JP" sz="1100" b="0" i="0" dirty="0">
                <a:effectLst/>
                <a:latin typeface="-apple-system"/>
              </a:rPr>
              <a:t>PUSH された変更を </a:t>
            </a:r>
            <a:r>
              <a:rPr lang="ja-JP" altLang="ja-JP" sz="1100" b="1" i="0" dirty="0">
                <a:effectLst/>
                <a:latin typeface="-apple-system"/>
              </a:rPr>
              <a:t>Vercel が自動的に検知して、本番環境へデプロイ（反映）</a:t>
            </a:r>
            <a:r>
              <a:rPr lang="ja-JP" altLang="ja-JP" sz="1100" b="0" i="0" dirty="0">
                <a:effectLst/>
                <a:latin typeface="-apple-system"/>
              </a:rPr>
              <a:t> します。（※データベースの構造変更があった場合は、デプロイ前に本番用SupabaseでSQLを実行します）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-JP" altLang="ja-JP" sz="1100" b="0" i="0" dirty="0">
                <a:effectLst/>
                <a:latin typeface="-apple-system"/>
              </a:rPr>
              <a:t>このように「ローカルで安全に作り、完成したら本番に送る」という安全な体制がすでに構築されています。</a:t>
            </a:r>
            <a:endParaRPr lang="en-US" altLang="ja-JP" sz="1100" b="0" i="0" dirty="0">
              <a:effectLst/>
              <a:latin typeface="-apple-system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endParaRPr lang="ja-JP" altLang="ja-JP" sz="1100" b="0" i="0" dirty="0">
              <a:effectLst/>
              <a:latin typeface="-apple-system"/>
            </a:endParaRPr>
          </a:p>
          <a:p>
            <a:pPr algn="l">
              <a:spcBef>
                <a:spcPts val="2625"/>
              </a:spcBef>
              <a:spcAft>
                <a:spcPts val="750"/>
              </a:spcAft>
              <a:buNone/>
            </a:pPr>
            <a:endParaRPr lang="ja-JP" altLang="ja-JP" sz="1100" b="0" i="0" dirty="0"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388214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9F8790A2-0474-8B9A-3F6A-6584A1DC9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31" y="1779091"/>
            <a:ext cx="6274900" cy="5604347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221E87B-B4D0-444D-1E78-F247CC84DDB4}"/>
              </a:ext>
            </a:extLst>
          </p:cNvPr>
          <p:cNvSpPr txBox="1"/>
          <p:nvPr/>
        </p:nvSpPr>
        <p:spPr>
          <a:xfrm>
            <a:off x="392031" y="693762"/>
            <a:ext cx="34324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ja-JP" altLang="ja-JP" sz="1200" b="1" dirty="0">
                <a:latin typeface="-apple-system"/>
              </a:rPr>
              <a:t>2. システム相関図</a:t>
            </a:r>
          </a:p>
        </p:txBody>
      </p:sp>
    </p:spTree>
    <p:extLst>
      <p:ext uri="{BB962C8B-B14F-4D97-AF65-F5344CB8AC3E}">
        <p14:creationId xmlns:p14="http://schemas.microsoft.com/office/powerpoint/2010/main" val="1050567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9B2468D-C08D-3BFA-94E6-8465C1E8FB01}"/>
              </a:ext>
            </a:extLst>
          </p:cNvPr>
          <p:cNvSpPr txBox="1"/>
          <p:nvPr/>
        </p:nvSpPr>
        <p:spPr>
          <a:xfrm>
            <a:off x="419668" y="674153"/>
            <a:ext cx="6018663" cy="6324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625"/>
              </a:spcBef>
              <a:spcAft>
                <a:spcPts val="750"/>
              </a:spcAft>
              <a:buNone/>
            </a:pPr>
            <a:r>
              <a:rPr lang="ja-JP" altLang="ja-JP" sz="1100" b="1" i="0" dirty="0">
                <a:effectLst/>
                <a:latin typeface="-apple-system"/>
              </a:rPr>
              <a:t>3. 各要素の役割と関係性</a:t>
            </a:r>
          </a:p>
          <a:p>
            <a:pPr algn="l">
              <a:spcBef>
                <a:spcPts val="2625"/>
              </a:spcBef>
              <a:spcAft>
                <a:spcPts val="750"/>
              </a:spcAft>
              <a:buNone/>
            </a:pPr>
            <a:r>
              <a:rPr lang="ja-JP" altLang="ja-JP" sz="1100" b="1" i="0" dirty="0">
                <a:effectLst/>
                <a:latin typeface="-apple-system"/>
              </a:rPr>
              <a:t>💻 ローカル環境（あなたのPC）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ja-JP" altLang="ja-JP" sz="1100" b="1" i="0" dirty="0">
                <a:effectLst/>
                <a:latin typeface="-apple-system"/>
              </a:rPr>
              <a:t>Antigravity (私):</a:t>
            </a:r>
            <a:r>
              <a:rPr lang="ja-JP" altLang="ja-JP" sz="1100" b="0" i="0" dirty="0">
                <a:effectLst/>
                <a:latin typeface="-apple-system"/>
              </a:rPr>
              <a:t> お客様の指示を受け、実際にコードを書いたり、環境を構築したりする開発の相棒です。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ja-JP" altLang="ja-JP" sz="1100" b="1" i="0" dirty="0">
                <a:effectLst/>
                <a:latin typeface="-apple-system"/>
              </a:rPr>
              <a:t>Localのアプリ (Next.js):</a:t>
            </a:r>
            <a:r>
              <a:rPr lang="ja-JP" altLang="ja-JP" sz="1100" b="0" i="0" dirty="0">
                <a:effectLst/>
                <a:latin typeface="-apple-system"/>
              </a:rPr>
              <a:t> あなたのPC上で動いている開発中のアプリです。私たちがコードを書き換えると即座に画面に反映され、安全にテストができます。</a:t>
            </a:r>
          </a:p>
          <a:p>
            <a:pPr algn="l">
              <a:spcBef>
                <a:spcPts val="2625"/>
              </a:spcBef>
              <a:spcAft>
                <a:spcPts val="750"/>
              </a:spcAft>
              <a:buNone/>
            </a:pPr>
            <a:r>
              <a:rPr lang="ja-JP" altLang="ja-JP" sz="1100" b="1" i="0" dirty="0">
                <a:effectLst/>
                <a:latin typeface="-apple-system"/>
              </a:rPr>
              <a:t>🗄️ データベース (Supabase)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ja-JP" altLang="ja-JP" sz="1100" b="1" i="0" dirty="0">
                <a:effectLst/>
                <a:latin typeface="-apple-system"/>
              </a:rPr>
              <a:t>開発用環境:</a:t>
            </a:r>
            <a:r>
              <a:rPr lang="ja-JP" altLang="ja-JP" sz="1100" b="0" i="0" dirty="0">
                <a:effectLst/>
                <a:latin typeface="-apple-system"/>
              </a:rPr>
              <a:t> ローカルアプリが繋がっている、テスト用の砂場です。ここでいくらデータを壊しても本番には影響しません。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ja-JP" altLang="ja-JP" sz="1100" b="1" i="0" dirty="0">
                <a:effectLst/>
                <a:latin typeface="-apple-system"/>
              </a:rPr>
              <a:t>本番用環境:</a:t>
            </a:r>
            <a:r>
              <a:rPr lang="ja-JP" altLang="ja-JP" sz="1100" b="0" i="0" dirty="0">
                <a:effectLst/>
                <a:latin typeface="-apple-system"/>
              </a:rPr>
              <a:t> Vercel上の本番アプリが繋がっている、実際の店舗データが入る場所です。</a:t>
            </a:r>
          </a:p>
          <a:p>
            <a:pPr algn="l">
              <a:spcBef>
                <a:spcPts val="2625"/>
              </a:spcBef>
              <a:spcAft>
                <a:spcPts val="750"/>
              </a:spcAft>
              <a:buNone/>
            </a:pPr>
            <a:r>
              <a:rPr lang="ja-JP" altLang="ja-JP" sz="1100" b="1" i="0" dirty="0">
                <a:effectLst/>
                <a:latin typeface="-apple-system"/>
              </a:rPr>
              <a:t>🐙 バージョン管理 (GitHub)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ja-JP" altLang="ja-JP" sz="1100" b="0" i="0" dirty="0">
                <a:effectLst/>
                <a:latin typeface="-apple-system"/>
              </a:rPr>
              <a:t>ソースコードの「セーブデータ」を保管するクラウド上の倉庫です。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ja-JP" altLang="ja-JP" sz="1100" b="1" i="0" dirty="0">
                <a:effectLst/>
                <a:latin typeface="-apple-system"/>
              </a:rPr>
              <a:t>ブランチ（枝）の概念:</a:t>
            </a:r>
            <a:endParaRPr lang="ja-JP" altLang="ja-JP" sz="1100" b="0" i="0" dirty="0">
              <a:effectLst/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ja-JP" altLang="ja-JP" sz="1100" b="1" i="0" dirty="0">
                <a:effectLst/>
                <a:latin typeface="Menlo"/>
              </a:rPr>
              <a:t>main</a:t>
            </a:r>
            <a:r>
              <a:rPr lang="ja-JP" altLang="ja-JP" sz="1100" b="1" i="0" dirty="0">
                <a:effectLst/>
                <a:latin typeface="-apple-system"/>
              </a:rPr>
              <a:t> ブランチ:</a:t>
            </a:r>
            <a:r>
              <a:rPr lang="ja-JP" altLang="ja-JP" sz="1100" b="0" i="0" dirty="0">
                <a:effectLst/>
                <a:latin typeface="-apple-system"/>
              </a:rPr>
              <a:t> 本番環境で動いている「正式版」のコードです。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ja-JP" altLang="ja-JP" sz="1100" b="1" i="0" dirty="0">
                <a:effectLst/>
                <a:latin typeface="Menlo"/>
              </a:rPr>
              <a:t>feature</a:t>
            </a:r>
            <a:r>
              <a:rPr lang="ja-JP" altLang="ja-JP" sz="1100" b="1" i="0" dirty="0">
                <a:effectLst/>
                <a:latin typeface="-apple-system"/>
              </a:rPr>
              <a:t> (サブ) ブランチ:</a:t>
            </a:r>
            <a:r>
              <a:rPr lang="ja-JP" altLang="ja-JP" sz="1100" b="0" i="0" dirty="0">
                <a:effectLst/>
                <a:latin typeface="-apple-system"/>
              </a:rPr>
              <a:t> 現在 </a:t>
            </a:r>
            <a:r>
              <a:rPr lang="ja-JP" altLang="ja-JP" sz="1100" b="0" i="0" dirty="0">
                <a:effectLst/>
                <a:latin typeface="Menlo"/>
              </a:rPr>
              <a:t>feature/tenant-migration</a:t>
            </a:r>
            <a:r>
              <a:rPr lang="ja-JP" altLang="ja-JP" sz="1100" b="0" i="0" dirty="0">
                <a:effectLst/>
                <a:latin typeface="-apple-system"/>
              </a:rPr>
              <a:t> というブランチが存在します。これは「新しい機能を開発するための作業スペース」です。ここで作業し、完成したら </a:t>
            </a:r>
            <a:r>
              <a:rPr lang="ja-JP" altLang="ja-JP" sz="1100" b="0" i="0" dirty="0">
                <a:effectLst/>
                <a:latin typeface="Menlo"/>
              </a:rPr>
              <a:t>main</a:t>
            </a:r>
            <a:r>
              <a:rPr lang="ja-JP" altLang="ja-JP" sz="1100" b="0" i="0" dirty="0">
                <a:effectLst/>
                <a:latin typeface="-apple-system"/>
              </a:rPr>
              <a:t> に合流（マージ）させるという使い方ができます。</a:t>
            </a:r>
          </a:p>
          <a:p>
            <a:pPr algn="l">
              <a:spcBef>
                <a:spcPts val="2625"/>
              </a:spcBef>
              <a:spcAft>
                <a:spcPts val="750"/>
              </a:spcAft>
              <a:buNone/>
            </a:pPr>
            <a:r>
              <a:rPr lang="ja-JP" altLang="ja-JP" sz="1100" b="1" i="0" dirty="0">
                <a:effectLst/>
                <a:latin typeface="-apple-system"/>
              </a:rPr>
              <a:t>🌐 本番環境 (Vercel)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ja-JP" altLang="ja-JP" sz="1100" b="0" i="0" dirty="0">
                <a:effectLst/>
                <a:latin typeface="-apple-system"/>
              </a:rPr>
              <a:t>GitHubの </a:t>
            </a:r>
            <a:r>
              <a:rPr lang="ja-JP" altLang="ja-JP" sz="1100" b="0" i="0" dirty="0">
                <a:effectLst/>
                <a:latin typeface="Menlo"/>
              </a:rPr>
              <a:t>main</a:t>
            </a:r>
            <a:r>
              <a:rPr lang="ja-JP" altLang="ja-JP" sz="1100" b="0" i="0" dirty="0">
                <a:effectLst/>
                <a:latin typeface="-apple-system"/>
              </a:rPr>
              <a:t> ブランチに新しいコードが届くと、それを自動的に受け取ってインターネット上に公開するシステムです。世界中どこからでも、スマホやタブレットでアクセスできるようになります。</a:t>
            </a:r>
          </a:p>
          <a:p>
            <a:pPr>
              <a:buNone/>
            </a:pPr>
            <a:br>
              <a:rPr lang="ja-JP" altLang="ja-JP" sz="1100" dirty="0"/>
            </a:br>
            <a:endParaRPr lang="ja-JP" altLang="ja-JP" sz="1100" dirty="0"/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-JP" altLang="ja-JP" sz="1100" b="0" i="0" dirty="0">
                <a:effectLst/>
                <a:latin typeface="-apple-system"/>
              </a:rPr>
              <a:t>この体制のおかげで、私たちは「ローカルで失敗を恐れずにどんどん改善を進め、完璧になったら本番に反映する」というプロと同じ安全な開発サイクルを回すことができます。</a:t>
            </a:r>
            <a:endParaRPr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49935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566</Words>
  <Application>Microsoft Office PowerPoint</Application>
  <PresentationFormat>A4 210 x 297 mm</PresentationFormat>
  <Paragraphs>32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9" baseType="lpstr">
      <vt:lpstr>-apple-system</vt:lpstr>
      <vt:lpstr>Menlo</vt:lpstr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Hiroshi KIMURA</dc:creator>
  <cp:lastModifiedBy>Hiroshi KIMURA</cp:lastModifiedBy>
  <cp:revision>1</cp:revision>
  <cp:lastPrinted>2026-06-10T02:35:31Z</cp:lastPrinted>
  <dcterms:created xsi:type="dcterms:W3CDTF">2026-06-10T02:27:42Z</dcterms:created>
  <dcterms:modified xsi:type="dcterms:W3CDTF">2026-06-10T02:35:55Z</dcterms:modified>
</cp:coreProperties>
</file>